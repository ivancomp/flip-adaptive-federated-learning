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85"/>
    <p:restoredTop sz="94729"/>
  </p:normalViewPr>
  <p:slideViewPr>
    <p:cSldViewPr snapToGrid="0">
      <p:cViewPr varScale="1">
        <p:scale>
          <a:sx n="102" d="100"/>
          <a:sy n="102" d="100"/>
        </p:scale>
        <p:origin x="200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FC656F-70CD-672F-EE4E-E76C9CC731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CFF6692-A5C9-3CDC-A35F-74AB1E928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2ED004-6726-B1AA-6798-88E6DF50C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5942-C178-0642-8FE8-834C3CAE675A}" type="datetimeFigureOut">
              <a:rPr lang="it-IT" smtClean="0"/>
              <a:t>14/02/26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3A61CD-995B-2D11-FEA2-44E2F5DBD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292058-86B8-5CFE-78B5-EFEF445D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57CF-BC82-2B43-A4D5-7D2BB7C4C9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648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6E27205-E24B-77A2-BC39-24BF93A0B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A3E397-7042-9E2C-BF99-C8B15B333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12B879-0AB9-CBB1-F435-C6E7CA880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5942-C178-0642-8FE8-834C3CAE675A}" type="datetimeFigureOut">
              <a:rPr lang="it-IT" smtClean="0"/>
              <a:t>14/02/26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B2C8AF-7F53-4B27-687F-9645FF05F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71BCB8-5B2A-B33D-5BC9-29A3FF6B8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57CF-BC82-2B43-A4D5-7D2BB7C4C9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8650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154000-C5D5-AD26-D8D3-861DACFCB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B01221-5B47-CB83-D3A8-B1B2FDFDD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B6BF1E-FB2A-407E-2843-D45824413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5942-C178-0642-8FE8-834C3CAE675A}" type="datetimeFigureOut">
              <a:rPr lang="it-IT" smtClean="0"/>
              <a:t>14/02/26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568886-F6E2-8E62-5E4B-9D97D55EB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FE75B4-73A5-F983-AD6E-E8FBB0C50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57CF-BC82-2B43-A4D5-7D2BB7C4C9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602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3DDE7F2-8D23-AD82-B6BE-94D38D682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7E0555-95C1-6E60-7366-64EDAB527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A43CD36-8779-8C51-D3DC-78A7F50F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2C3D6D0-D1BF-ECD0-7E65-3B8F7A9F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5942-C178-0642-8FE8-834C3CAE675A}" type="datetimeFigureOut">
              <a:rPr lang="it-IT" smtClean="0"/>
              <a:t>14/02/26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30480BE-F85A-2B2C-E386-D7A45AEE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AD28078-FE8E-8BB2-0539-DE2F412E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57CF-BC82-2B43-A4D5-7D2BB7C4C9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765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A25B40-29EF-CDA0-3A0D-2D25D0F01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1F23A76-B204-B1DC-3ED1-A6363F5B23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03E82DB-7521-5677-3A80-337B86F87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8229DBB-B0AC-03E8-0E76-CCA4A51E57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2E7ACEE-416D-EEB0-F69C-4FBD26E531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8D159E60-37EF-C9FF-98BF-565E270A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5942-C178-0642-8FE8-834C3CAE675A}" type="datetimeFigureOut">
              <a:rPr lang="it-IT" smtClean="0"/>
              <a:t>14/02/26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366D35E-BD13-04E3-9E7B-A999627CD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800B49D-625D-8274-6D68-6CE90FE2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57CF-BC82-2B43-A4D5-7D2BB7C4C9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9663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17E443-F802-7917-44AD-0D4228808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4C838E3-070A-B1F9-8425-3C2C7083C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5942-C178-0642-8FE8-834C3CAE675A}" type="datetimeFigureOut">
              <a:rPr lang="it-IT" smtClean="0"/>
              <a:t>14/02/26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690C159-0C64-8375-AD9D-51CA3F7BC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C48CB63-B253-712C-45C7-B4E94639D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57CF-BC82-2B43-A4D5-7D2BB7C4C9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4769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CFD1F5F-D7E4-ACC1-6982-BEF5E0D02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5942-C178-0642-8FE8-834C3CAE675A}" type="datetimeFigureOut">
              <a:rPr lang="it-IT" smtClean="0"/>
              <a:t>14/02/26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C8495FA-3D65-5995-18CB-47E38F2A5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4C562CA0-E26E-82CE-6C7D-38B001E90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57CF-BC82-2B43-A4D5-7D2BB7C4C9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9900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A5AA7B-DFA0-CDEA-798D-19B5AA95A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5B939F-4E77-BA58-6FF8-88F657771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9F38454-98C6-E54E-E7F0-AB9A95519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4E9C6FE-4324-0E3E-741C-A687EFE69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5942-C178-0642-8FE8-834C3CAE675A}" type="datetimeFigureOut">
              <a:rPr lang="it-IT" smtClean="0"/>
              <a:t>14/02/26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237E104-AE79-C8A0-65AA-38ACD0A6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9EDD0E0-98F5-763E-DD37-9DC2CD646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57CF-BC82-2B43-A4D5-7D2BB7C4C9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5141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BA81A3D-D7A6-8F68-9C52-69C7304F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BE663C3-C82A-4C88-01B0-2FE7D26120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F782B5C-C231-25DC-CED4-D19600435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48A775B-131A-896A-7079-89C6BD2D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5942-C178-0642-8FE8-834C3CAE675A}" type="datetimeFigureOut">
              <a:rPr lang="it-IT" smtClean="0"/>
              <a:t>14/02/26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6287EBA-392B-EBAC-548F-62939CF95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A5F8E9D-D652-1965-79F0-8AC9F8E8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57CF-BC82-2B43-A4D5-7D2BB7C4C9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41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682BBC-EFEF-AEF6-0CF4-9E8A4672A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F0F076-45CD-5E4A-5154-821014565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A21176-CD5A-1399-7895-65659BA60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5942-C178-0642-8FE8-834C3CAE675A}" type="datetimeFigureOut">
              <a:rPr lang="it-IT" smtClean="0"/>
              <a:t>14/02/26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8529A9-D787-AB72-A0C4-078ADF9A6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2A9E69-A939-FABC-785F-193D10E6A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57CF-BC82-2B43-A4D5-7D2BB7C4C9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19271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85DE2E27-D6E6-0C80-305B-A4763A43E1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4C12993-82B0-44DE-6465-7F5934C22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DD9691-2FF8-D5D2-B734-519A68AE6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45942-C178-0642-8FE8-834C3CAE675A}" type="datetimeFigureOut">
              <a:rPr lang="it-IT" smtClean="0"/>
              <a:t>14/02/26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162D39A-65D7-0A43-2609-7018018D1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64DF715-2602-6822-BFD7-C7A1F95A5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957CF-BC82-2B43-A4D5-7D2BB7C4C9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885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E899513-FEAC-66BB-509B-3F135C465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C323E3-0B6E-80D1-476C-10BEAA8AB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CD0770-91B2-5ED4-6FBD-4392B7E808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045942-C178-0642-8FE8-834C3CAE675A}" type="datetimeFigureOut">
              <a:rPr lang="it-IT" smtClean="0"/>
              <a:t>14/02/26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6FBBEEA-4A91-7FDE-6655-B34BDD3F3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394D3D7-D661-ECAE-32F9-4583D7CE2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957CF-BC82-2B43-A4D5-7D2BB7C4C96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8357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D8735628-C389-5B83-6BA1-BDC3E9710B29}"/>
              </a:ext>
            </a:extLst>
          </p:cNvPr>
          <p:cNvSpPr/>
          <p:nvPr/>
        </p:nvSpPr>
        <p:spPr>
          <a:xfrm>
            <a:off x="1357390" y="4146001"/>
            <a:ext cx="2347784" cy="1643448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C13A3EF-7E34-3A86-FB51-4D1C98C7D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110" y="227811"/>
            <a:ext cx="7772400" cy="291592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EECDC39-65B3-E52D-E644-9C77E4B82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563" y="5175474"/>
            <a:ext cx="1795436" cy="464114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5F609C58-02F9-53BB-A07D-43FBB8EB855B}"/>
              </a:ext>
            </a:extLst>
          </p:cNvPr>
          <p:cNvSpPr txBox="1"/>
          <p:nvPr/>
        </p:nvSpPr>
        <p:spPr>
          <a:xfrm>
            <a:off x="1479495" y="4252144"/>
            <a:ext cx="13917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5400" dirty="0" err="1">
                <a:latin typeface="Futura Medium" panose="020B0602020204020303" pitchFamily="34" charset="-79"/>
                <a:cs typeface="Futura Medium" panose="020B0602020204020303" pitchFamily="34" charset="-79"/>
              </a:rPr>
              <a:t>FLiP</a:t>
            </a:r>
            <a:endParaRPr lang="it-IT" sz="5400" dirty="0">
              <a:latin typeface="Futura Medium" panose="020B0602020204020303" pitchFamily="34" charset="-79"/>
              <a:cs typeface="Futura Medium" panose="020B0602020204020303" pitchFamily="34" charset="-79"/>
            </a:endParaRPr>
          </a:p>
        </p:txBody>
      </p:sp>
      <p:pic>
        <p:nvPicPr>
          <p:cNvPr id="9" name="Google Shape;117;p4">
            <a:extLst>
              <a:ext uri="{FF2B5EF4-FFF2-40B4-BE49-F238E27FC236}">
                <a16:creationId xmlns:a16="http://schemas.microsoft.com/office/drawing/2014/main" id="{CEEF610F-26BF-A554-BD77-E2435ACCBE8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6757" t="43952" r="29151" b="2724"/>
          <a:stretch>
            <a:fillRect/>
          </a:stretch>
        </p:blipFill>
        <p:spPr>
          <a:xfrm>
            <a:off x="2861310" y="4514937"/>
            <a:ext cx="685800" cy="7354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99820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Futura Medium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Ivan Compagnucci</dc:creator>
  <cp:lastModifiedBy>Ivan Compagnucci</cp:lastModifiedBy>
  <cp:revision>2</cp:revision>
  <dcterms:created xsi:type="dcterms:W3CDTF">2026-02-14T09:14:45Z</dcterms:created>
  <dcterms:modified xsi:type="dcterms:W3CDTF">2026-02-14T09:21:51Z</dcterms:modified>
</cp:coreProperties>
</file>